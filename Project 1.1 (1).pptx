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BusinessTravel by Attrition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Perform by BusinessTravel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treemap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DailyRate by EducationField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EnvironmentSatisfactionby Gender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Avg Job Satisfaction by Department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TotalWorkingYears by TrainingTimesLastYear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beca3afc-c2c8-457b-92c5-d5c53a2102c9?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27be840f50794e7d" /><Relationship Type="http://schemas.openxmlformats.org/officeDocument/2006/relationships/slideLayout" Target="/ppt/slideLayouts/slideLayout8.xml" Id="R6740dc7893c3446a" /><Relationship Type="http://schemas.openxmlformats.org/officeDocument/2006/relationships/hyperlink" Target="https://app.powerbi.com/groups/me/reports/beca3afc-c2c8-457b-92c5-d5c53a2102c9/?pbi_source=PowerPoint" TargetMode="External" Id="RelId0" /><Relationship Type="http://schemas.openxmlformats.org/officeDocument/2006/relationships/image" Target="/ppt/media/image4.png" Id="imgId72891424"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Project 1.1</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26-12-2024 11:03:52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26-12-2024 11:02:55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slicer ,slicer ,card ,textbox ,image ,card ,image ,slicer ,slicer ,card ,card , BusinessTravel by Attrition ,Perform by BusinessTravel ,treemap ,DailyRate by EducationField ,EnvironmentSatisfactionby Gender ,barChart ,Avg Job Satisfaction by Department ,TotalWorkingYears by TrainingTimesLastYear ,image ,image ,image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7289142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HR Analytics Dashboard </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